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Gestures in Swift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Suratwala, Department of ICT, 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Gesture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Gesture is a user’s physical activity or touch with screen.which can be in the form of :</a:t>
            </a:r>
            <a:endParaRPr lang="en-US"/>
          </a:p>
          <a:p>
            <a:pPr lvl="1"/>
            <a:r>
              <a:rPr lang="en-US"/>
              <a:t>Tap</a:t>
            </a:r>
            <a:endParaRPr lang="en-US"/>
          </a:p>
          <a:p>
            <a:pPr lvl="1"/>
            <a:r>
              <a:rPr lang="en-US"/>
              <a:t>Swipe</a:t>
            </a:r>
            <a:endParaRPr lang="en-US"/>
          </a:p>
          <a:p>
            <a:pPr lvl="1"/>
            <a:r>
              <a:rPr lang="en-US"/>
              <a:t>Drag</a:t>
            </a:r>
            <a:endParaRPr lang="en-US"/>
          </a:p>
          <a:p>
            <a:pPr lvl="1"/>
            <a:r>
              <a:rPr lang="en-US"/>
              <a:t>Pinch</a:t>
            </a:r>
            <a:endParaRPr lang="en-US"/>
          </a:p>
          <a:p>
            <a:pPr lvl="1"/>
            <a:r>
              <a:rPr lang="en-US"/>
              <a:t>Rotate</a:t>
            </a:r>
            <a:endParaRPr lang="en-US"/>
          </a:p>
          <a:p>
            <a:pPr lvl="1"/>
            <a:r>
              <a:rPr lang="en-US"/>
              <a:t>Long Press</a:t>
            </a:r>
            <a:endParaRPr lang="en-US"/>
          </a:p>
          <a:p>
            <a:pPr lvl="2"/>
            <a:r>
              <a:rPr lang="en-US"/>
              <a:t>to detect this all gestures ios provides the gesture recognizer which is UIGestureRecognizer</a:t>
            </a:r>
            <a:endParaRPr lang="en-US"/>
          </a:p>
          <a:p>
            <a:pPr lvl="2"/>
            <a:r>
              <a:rPr lang="en-US"/>
              <a:t>it will convert each touch to meaningful action, just like a request and response!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Instead of raw touches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touchesBegan()</a:t>
            </a:r>
            <a:endParaRPr lang="en-US" altLang="en-US"/>
          </a:p>
          <a:p>
            <a:r>
              <a:rPr lang="en-US" altLang="en-US"/>
              <a:t>touchesMoved()</a:t>
            </a:r>
            <a:endParaRPr lang="en-US" altLang="en-US"/>
          </a:p>
          <a:p>
            <a:r>
              <a:rPr lang="en-US" altLang="en-US"/>
              <a:t>touchesEnded()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it will see touch in this particular manner.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Why to use Gesture Recognizers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Easy to implement</a:t>
            </a:r>
            <a:endParaRPr lang="en-US"/>
          </a:p>
          <a:p>
            <a:r>
              <a:rPr lang="en-US"/>
              <a:t>Less code</a:t>
            </a:r>
            <a:endParaRPr lang="en-US"/>
          </a:p>
          <a:p>
            <a:r>
              <a:rPr lang="en-US"/>
              <a:t>Cleaner then manual touch handling</a:t>
            </a:r>
            <a:endParaRPr lang="en-US"/>
          </a:p>
          <a:p>
            <a:r>
              <a:rPr lang="en-US"/>
              <a:t>Reusable</a:t>
            </a:r>
            <a:endParaRPr lang="en-US"/>
          </a:p>
          <a:p>
            <a:r>
              <a:rPr lang="en-US"/>
              <a:t>multiple gestures supported</a:t>
            </a:r>
            <a:endParaRPr lang="en-US"/>
          </a:p>
          <a:p>
            <a:r>
              <a:rPr lang="en-US"/>
              <a:t>better UX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/>
          <a:p>
            <a:r>
              <a:rPr lang="en-US"/>
              <a:t>Types of Gesture Recognizers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1708785"/>
          <a:ext cx="10485120" cy="476059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5242560"/>
                <a:gridCol w="5242560"/>
              </a:tblGrid>
              <a:tr h="680085">
                <a:tc>
                  <a:txBody>
                    <a:bodyPr/>
                    <a:p>
                      <a:pPr algn="ctr"/>
                      <a:r>
                        <a:rPr sz="2400" b="1" u="sng"/>
                        <a:t>Gesture</a:t>
                      </a:r>
                      <a:endParaRPr sz="2400" b="1" u="sng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 b="1" u="sng"/>
                        <a:t>Class</a:t>
                      </a:r>
                      <a:endParaRPr sz="2400" b="1" u="sng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Tap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UITapGestureRecognizer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Long Press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UILongPressGestureRecognizer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Swipe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UISwipeGestureRecognizer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Pan (Drag)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UIPanGestureRecognizer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Pinch (Zoom)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UIPinchGestureRecognizer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80085">
                <a:tc>
                  <a:txBody>
                    <a:bodyPr/>
                    <a:p>
                      <a:pPr algn="ctr"/>
                      <a:r>
                        <a:rPr sz="2400"/>
                        <a:t>Rotation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2400"/>
                        <a:t>UIRotationGestureRecognizer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Tap Gesture Recognizer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/>
              <a:t>used for :  simple or multiple taps</a:t>
            </a:r>
            <a:endParaRPr lang="en-US"/>
          </a:p>
          <a:p>
            <a:r>
              <a:rPr lang="en-US"/>
              <a:t>steps : </a:t>
            </a:r>
            <a:endParaRPr lang="en-US"/>
          </a:p>
          <a:p>
            <a:pPr marL="457200" lvl="1" indent="0">
              <a:buNone/>
            </a:pPr>
            <a:r>
              <a:rPr lang="en-US"/>
              <a:t>1. </a:t>
            </a:r>
            <a:r>
              <a:rPr lang="en-US" altLang="en-US"/>
              <a:t>Drag Tap Gesture to View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Enable User Interaction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3. Connect IBAction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code :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@IBAction func handleTap(_ sender: UITapGestureRecognizer)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print("View Tapped")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0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Long Press Gestures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used for : detect long touch on screen.</a:t>
            </a:r>
            <a:endParaRPr lang="en-US"/>
          </a:p>
          <a:p>
            <a:r>
              <a:rPr lang="en-US"/>
              <a:t>steps :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1. Set minimumPressDuration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Check state</a:t>
            </a:r>
            <a:endParaRPr lang="en-US" altLang="en-US"/>
          </a:p>
          <a:p>
            <a:pPr lvl="0"/>
            <a:endParaRPr lang="en-US" altLang="en-US"/>
          </a:p>
          <a:p>
            <a:pPr lvl="0"/>
            <a:r>
              <a:rPr lang="en-US" altLang="en-US"/>
              <a:t>code :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@IBAction func handleLongPress(_ sender: UILongPressGestureRecognizer)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if sender.state == .began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print("Long Press Detected")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3. Swipe Gestures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/>
              <a:t>used for : left, right, up, down swipe</a:t>
            </a:r>
            <a:endParaRPr lang="en-US"/>
          </a:p>
          <a:p>
            <a:r>
              <a:rPr lang="en-US" altLang="en-US"/>
              <a:t>steps: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1. Drag Swipe Gesture Recognizer to view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Set Direction in Attributes Inspector (right to left)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3. Connect IBAction of gesture</a:t>
            </a:r>
            <a:endParaRPr lang="en-US" altLang="en-US"/>
          </a:p>
          <a:p>
            <a:r>
              <a:rPr lang="en-US"/>
              <a:t>code :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@IBAction func handleSwipe(_ sender: UISwipeGestureRecognizer)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if sender.direction == .left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print("Swiped Left")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4. Pen Gestures (Drag)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/>
              <a:t>used for : move or drag views</a:t>
            </a:r>
            <a:endParaRPr lang="en-US"/>
          </a:p>
          <a:p>
            <a:r>
              <a:rPr lang="en-US"/>
              <a:t>steps :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1. Drag Pan Gesture Recognizer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Attach to view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3. Connect IBAction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lvl="0"/>
            <a:r>
              <a:rPr lang="en-US" altLang="en-US"/>
              <a:t>code :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@IBAction func handlePan(_ sender: UIPanGestureRecognizer)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let move = sender.translation(in: view)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sender.view?.center.x += move.x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sender.view?.center.y += move.y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sender.setTranslation(.zero, in: view)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5. Pinch Gestures (Zoom)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045" y="1825625"/>
            <a:ext cx="10612755" cy="4841240"/>
          </a:xfrm>
        </p:spPr>
        <p:txBody>
          <a:bodyPr>
            <a:normAutofit fontScale="80000"/>
          </a:bodyPr>
          <a:p>
            <a:r>
              <a:rPr lang="en-US"/>
              <a:t>used for : zoom in / zoom out</a:t>
            </a:r>
            <a:endParaRPr lang="en-US"/>
          </a:p>
          <a:p>
            <a:r>
              <a:rPr lang="en-US"/>
              <a:t>steps :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1. Drag Pinch Gesture Recognizer to ImageView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Enable User Interaction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3. Connect IBAction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lvl="0"/>
            <a:r>
              <a:rPr lang="en-US" altLang="en-US"/>
              <a:t>Code :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@IBAction func handlePinch(_ sender: UIPinchGestureRecognizer)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sender.view?.transform = sender.view!.transform.scaledBy(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x: sender.scale,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  y: sender.scale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sender.scale = 1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6. Rotation Gestures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905375"/>
          </a:xfrm>
        </p:spPr>
        <p:txBody>
          <a:bodyPr>
            <a:normAutofit lnSpcReduction="20000"/>
          </a:bodyPr>
          <a:p>
            <a:r>
              <a:rPr lang="en-US"/>
              <a:t>used for : Rotate views</a:t>
            </a:r>
            <a:endParaRPr lang="en-US"/>
          </a:p>
          <a:p>
            <a:r>
              <a:rPr lang="en-US"/>
              <a:t>steps :</a:t>
            </a:r>
            <a:endParaRPr lang="en-US"/>
          </a:p>
          <a:p>
            <a:pPr marL="457200" lvl="1" indent="0">
              <a:buNone/>
            </a:pPr>
            <a:r>
              <a:rPr lang="en-US" altLang="en-US"/>
              <a:t>1. Drag Rotation Gesture Recognizer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2. Attach to view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3. Connect IBAction</a:t>
            </a:r>
            <a:endParaRPr lang="en-US" altLang="en-US"/>
          </a:p>
          <a:p>
            <a:pPr lvl="0"/>
            <a:endParaRPr lang="en-US" altLang="en-US"/>
          </a:p>
          <a:p>
            <a:pPr lvl="0"/>
            <a:r>
              <a:rPr lang="en-US" altLang="en-US"/>
              <a:t>code: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@IBAction func handleRotation(_ sender: UIRotationGestureRecognizer) {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sender.view?.transform = sender.view!.transform.rotated(by: sender.rotation)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sender.rotation = 0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State of Gestures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1539240"/>
          <a:ext cx="10485120" cy="474345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5242560"/>
                <a:gridCol w="5242560"/>
              </a:tblGrid>
              <a:tr h="790575">
                <a:tc>
                  <a:txBody>
                    <a:bodyPr/>
                    <a:p>
                      <a:pPr algn="ctr"/>
                      <a:r>
                        <a:rPr sz="3200" b="1" u="sng"/>
                        <a:t>State</a:t>
                      </a:r>
                      <a:endParaRPr sz="3200" b="1" u="sng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 b="1" u="sng"/>
                        <a:t>Meaning</a:t>
                      </a:r>
                      <a:endParaRPr sz="3200" b="1" u="sng"/>
                    </a:p>
                  </a:txBody>
                  <a:tcPr marL="0" marR="0" marT="0" marB="0" anchor="ctr" anchorCtr="0"/>
                </a:tc>
              </a:tr>
              <a:tr h="790575">
                <a:tc>
                  <a:txBody>
                    <a:bodyPr/>
                    <a:p>
                      <a:pPr algn="ctr"/>
                      <a:r>
                        <a:rPr sz="3200"/>
                        <a:t>.began</a:t>
                      </a:r>
                      <a:endParaRPr sz="3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/>
                        <a:t>gesture started</a:t>
                      </a:r>
                      <a:endParaRPr sz="3200"/>
                    </a:p>
                  </a:txBody>
                  <a:tcPr marL="0" marR="0" marT="0" marB="0" anchor="ctr" anchorCtr="0"/>
                </a:tc>
              </a:tr>
              <a:tr h="790575">
                <a:tc>
                  <a:txBody>
                    <a:bodyPr/>
                    <a:p>
                      <a:pPr algn="ctr"/>
                      <a:r>
                        <a:rPr sz="3200"/>
                        <a:t>.changed</a:t>
                      </a:r>
                      <a:endParaRPr sz="3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/>
                        <a:t>finger moving</a:t>
                      </a:r>
                      <a:endParaRPr sz="3200"/>
                    </a:p>
                  </a:txBody>
                  <a:tcPr marL="0" marR="0" marT="0" marB="0" anchor="ctr" anchorCtr="0"/>
                </a:tc>
              </a:tr>
              <a:tr h="790575">
                <a:tc>
                  <a:txBody>
                    <a:bodyPr/>
                    <a:p>
                      <a:pPr algn="ctr"/>
                      <a:r>
                        <a:rPr sz="3200"/>
                        <a:t>.ended</a:t>
                      </a:r>
                      <a:endParaRPr sz="3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/>
                        <a:t>finished</a:t>
                      </a:r>
                      <a:endParaRPr sz="3200"/>
                    </a:p>
                  </a:txBody>
                  <a:tcPr marL="0" marR="0" marT="0" marB="0" anchor="ctr" anchorCtr="0"/>
                </a:tc>
              </a:tr>
              <a:tr h="790575">
                <a:tc>
                  <a:txBody>
                    <a:bodyPr/>
                    <a:p>
                      <a:pPr algn="ctr"/>
                      <a:r>
                        <a:rPr sz="3200"/>
                        <a:t>.cancelled</a:t>
                      </a:r>
                      <a:endParaRPr sz="3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/>
                        <a:t>stopped</a:t>
                      </a:r>
                      <a:endParaRPr sz="3200"/>
                    </a:p>
                  </a:txBody>
                  <a:tcPr marL="0" marR="0" marT="0" marB="0" anchor="ctr" anchorCtr="0"/>
                </a:tc>
              </a:tr>
              <a:tr h="790575">
                <a:tc>
                  <a:txBody>
                    <a:bodyPr/>
                    <a:p>
                      <a:pPr algn="ctr"/>
                      <a:r>
                        <a:rPr sz="3200"/>
                        <a:t>.failed</a:t>
                      </a:r>
                      <a:endParaRPr sz="3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3200"/>
                        <a:t>not recognized</a:t>
                      </a:r>
                      <a:endParaRPr sz="32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Steps to Implement gestures in swift - storyboard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1. Drag Gesture Recognizer onto view</a:t>
            </a:r>
            <a:endParaRPr lang="en-US" altLang="en-US"/>
          </a:p>
          <a:p>
            <a:r>
              <a:rPr lang="en-US" altLang="en-US"/>
              <a:t>2. Enable userInteractionEnabled</a:t>
            </a:r>
            <a:endParaRPr lang="en-US" altLang="en-US"/>
          </a:p>
          <a:p>
            <a:r>
              <a:rPr lang="en-US" altLang="en-US"/>
              <a:t>3. Connect IBAction</a:t>
            </a:r>
            <a:endParaRPr lang="en-US" altLang="en-US"/>
          </a:p>
          <a:p>
            <a:r>
              <a:rPr lang="en-US" altLang="en-US"/>
              <a:t>4. Write logic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2964</Words>
  <Application>WPS Presentation</Application>
  <PresentationFormat>Widescreen</PresentationFormat>
  <Paragraphs>194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suratwalavraj</dc:creator>
  <cp:lastModifiedBy>suratwalavraj</cp:lastModifiedBy>
  <cp:revision>3</cp:revision>
  <dcterms:created xsi:type="dcterms:W3CDTF">2026-02-12T21:20:19Z</dcterms:created>
  <dcterms:modified xsi:type="dcterms:W3CDTF">2026-02-12T21:20:19Z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2A625C3E067E1B7148F68D692AEE9CF5_41</vt:lpwstr>
  </property>
  <property fmtid="{D5CDD505-2E9C-101B-9397-08002B2CF9AE}" pid="3" name="KSOProductBuildVer">
    <vt:lpwstr>1033-12.1.23155.23155</vt:lpwstr>
  </property>
</Properties>
</file>