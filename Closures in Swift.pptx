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geeksforgeeks.org/swift/closures-in-swift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Closures in Swift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Reference : </a:t>
            </a:r>
            <a:r>
              <a:rPr lang="en-US" altLang="en-US">
                <a:hlinkClick r:id="rId1" tooltip="" action="ppaction://hlinkfile"/>
              </a:rPr>
              <a:t>https://www.geeksforgeeks.org/swift/closures-in-swift/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Closure in Swift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it is a self contained block of functionlity that can be passed around and used in your code.</a:t>
            </a:r>
            <a:endParaRPr lang="en-US"/>
          </a:p>
          <a:p>
            <a:r>
              <a:rPr lang="en-US"/>
              <a:t>which is similar to clousers, anonymous function , lambdas and block in other programming language.</a:t>
            </a:r>
            <a:endParaRPr lang="en-US"/>
          </a:p>
          <a:p>
            <a:r>
              <a:rPr lang="en-US"/>
              <a:t>it can capture and store references to any constants and variables from the context in which they are defined.</a:t>
            </a:r>
            <a:endParaRPr lang="en-US"/>
          </a:p>
          <a:p>
            <a:r>
              <a:rPr lang="en-US"/>
              <a:t>this is known as closing over those constants and variables. swift handles all of the memory management of capturing for you.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Three forms of Closures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Global Function are closures that have a name and do not capture any values.</a:t>
            </a:r>
            <a:endParaRPr lang="en-US"/>
          </a:p>
          <a:p>
            <a:r>
              <a:rPr lang="en-US"/>
              <a:t>Nested Function are closure tha have a name and can capture values from their enclosing fucntion.</a:t>
            </a:r>
            <a:endParaRPr lang="en-US"/>
          </a:p>
          <a:p>
            <a:r>
              <a:rPr lang="en-US"/>
              <a:t>Closure expressions are unnamed closures written in a lightweight syntax that can capture values their surrounding context.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: Global Function as Closures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// it is only taking care about it’s own arguments</a:t>
            </a:r>
            <a:endParaRPr lang="en-US"/>
          </a:p>
          <a:p>
            <a:endParaRPr lang="en-US"/>
          </a:p>
          <a:p>
            <a:r>
              <a:rPr lang="en-US"/>
              <a:t>func greet(name : String) -&gt; String {</a:t>
            </a:r>
            <a:endParaRPr lang="en-US"/>
          </a:p>
          <a:p>
            <a:pPr lvl="1"/>
            <a:r>
              <a:rPr lang="en-US"/>
              <a:t>return “Hello, \(name)”</a:t>
            </a:r>
            <a:endParaRPr lang="en-US"/>
          </a:p>
          <a:p>
            <a:r>
              <a:rPr lang="en-US"/>
              <a:t>}</a:t>
            </a:r>
            <a:endParaRPr lang="en-US"/>
          </a:p>
          <a:p>
            <a:endParaRPr lang="en-US"/>
          </a:p>
          <a:p>
            <a:r>
              <a:rPr lang="en-US"/>
              <a:t>greet(“Suratwala”)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: Named Function as Closure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/>
              <a:t>Named function defined inside another function. they can capture funtion from enclosing scope.</a:t>
            </a:r>
            <a:endParaRPr lang="en-US"/>
          </a:p>
          <a:p>
            <a:r>
              <a:rPr lang="en-US"/>
              <a:t>Example : </a:t>
            </a:r>
            <a:endParaRPr lang="en-US"/>
          </a:p>
          <a:p>
            <a:pPr marL="457200" lvl="1" indent="0">
              <a:buNone/>
            </a:pPr>
            <a:r>
              <a:rPr lang="en-US" altLang="en-US"/>
              <a:t>func makeIncrementer(by amount: Int) -&gt; () -&gt; Int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var total = 0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// Nested function capturing `total` and `amount`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func incrementer() -&gt; Int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  total += amount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  return total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}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return incrementer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let incrementByTwo = makeIncrementer(by: 2)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print(incrementByTwo()) // Output: 2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print(incrementByTwo()) // Output: 4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Example : Closure Expression or unnamed closure.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let number = [1, 2, 3, 4, 5]</a:t>
            </a:r>
            <a:endParaRPr lang="en-US"/>
          </a:p>
          <a:p>
            <a:endParaRPr lang="en-US"/>
          </a:p>
          <a:p>
            <a:r>
              <a:rPr lang="en-US"/>
              <a:t>let squared = numbers.map{ number in</a:t>
            </a:r>
            <a:endParaRPr lang="en-US"/>
          </a:p>
          <a:p>
            <a:pPr lvl="1"/>
            <a:r>
              <a:rPr lang="en-US"/>
              <a:t>number * number</a:t>
            </a:r>
            <a:endParaRPr lang="en-US"/>
          </a:p>
          <a:p>
            <a:r>
              <a:rPr lang="en-US"/>
              <a:t>}</a:t>
            </a:r>
            <a:endParaRPr lang="en-US"/>
          </a:p>
          <a:p>
            <a:endParaRPr lang="en-US"/>
          </a:p>
          <a:p>
            <a:r>
              <a:rPr lang="en-US"/>
              <a:t>print(squared)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Comparision of all</a:t>
            </a:r>
            <a:endParaRPr lang="en-US"/>
          </a:p>
        </p:txBody>
      </p:sp>
      <p:pic>
        <p:nvPicPr>
          <p:cNvPr id="4" name="Picture 3" descr="PHOTO-2026-02-12-14-06-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691005"/>
            <a:ext cx="113538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Compact Syntax</a:t>
            </a:r>
            <a:endParaRPr lang="en-US"/>
          </a:p>
          <a:p>
            <a:r>
              <a:rPr lang="en-US"/>
              <a:t>Capture values</a:t>
            </a:r>
            <a:endParaRPr lang="en-US"/>
          </a:p>
          <a:p>
            <a:r>
              <a:rPr lang="en-US"/>
              <a:t>Functional Programming</a:t>
            </a:r>
            <a:endParaRPr lang="en-US"/>
          </a:p>
          <a:p>
            <a:r>
              <a:rPr lang="en-US"/>
              <a:t>Async Programming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Disadvantages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Readability issues</a:t>
            </a:r>
            <a:endParaRPr lang="en-US"/>
          </a:p>
          <a:p>
            <a:r>
              <a:rPr lang="en-US"/>
              <a:t>Memory Management Risks</a:t>
            </a:r>
            <a:endParaRPr lang="en-US"/>
          </a:p>
          <a:p>
            <a:r>
              <a:rPr lang="en-US"/>
              <a:t>Debugging Difficulty</a:t>
            </a:r>
            <a:endParaRPr lang="en-US"/>
          </a:p>
          <a:p>
            <a:r>
              <a:rPr lang="en-US"/>
              <a:t>Performance Overhead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VNSGU, Surat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1896</Words>
  <Application>WPS Presentation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suratwalavraj</dc:creator>
  <cp:lastModifiedBy>suratwalavraj</cp:lastModifiedBy>
  <cp:revision>11</cp:revision>
  <dcterms:created xsi:type="dcterms:W3CDTF">2026-02-12T08:39:37Z</dcterms:created>
  <dcterms:modified xsi:type="dcterms:W3CDTF">2026-02-12T08:39:37Z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2DCB074F9E4658E000E38C69E703160D_41</vt:lpwstr>
  </property>
  <property fmtid="{D5CDD505-2E9C-101B-9397-08002B2CF9AE}" pid="3" name="KSOProductBuildVer">
    <vt:lpwstr>1033-12.1.23155.23155</vt:lpwstr>
  </property>
</Properties>
</file>